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中证500指数增强策略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多因子选股结合组合优化，控制行业、市值及风格暴露。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超额收益来源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基本面、量价与分析师预期因子共同贡献选股收益。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覆盖数据检查、模型检验、组合约束、交易监控和盘后复核。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